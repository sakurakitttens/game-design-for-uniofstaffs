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57" r:id="rId7"/>
    <p:sldId id="260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F"/>
    <a:srgbClr val="FFFD80"/>
    <a:srgbClr val="FFD97E"/>
    <a:srgbClr val="FFA07E"/>
    <a:srgbClr val="FF7E7E"/>
    <a:srgbClr val="FC96A5"/>
    <a:srgbClr val="EB5C75"/>
    <a:srgbClr val="FFA5D5"/>
    <a:srgbClr val="FF1A37"/>
    <a:srgbClr val="C77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8" autoAdjust="0"/>
    <p:restoredTop sz="94626"/>
  </p:normalViewPr>
  <p:slideViewPr>
    <p:cSldViewPr snapToGrid="0">
      <p:cViewPr>
        <p:scale>
          <a:sx n="85" d="100"/>
          <a:sy n="85" d="100"/>
        </p:scale>
        <p:origin x="171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77E0A9-A86D-B242-934F-03E332EFBF11}" type="doc">
      <dgm:prSet loTypeId="urn:microsoft.com/office/officeart/2005/8/layout/cycle2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612A984D-5DEF-304F-A806-5574DC789717}">
      <dgm:prSet phldrT="[Text]"/>
      <dgm:spPr/>
      <dgm:t>
        <a:bodyPr/>
        <a:lstStyle/>
        <a:p>
          <a:r>
            <a:rPr lang="en-GB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Take Damage</a:t>
          </a:r>
        </a:p>
      </dgm:t>
    </dgm:pt>
    <dgm:pt modelId="{00C804DE-ABD6-C546-B8F8-32F49B4884BC}" type="parTrans" cxnId="{8FA723EE-B0EA-2449-A6EC-7D13ECCDBE17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0DDD4D14-572C-4545-9110-3652B1C8DBAA}" type="sibTrans" cxnId="{8FA723EE-B0EA-2449-A6EC-7D13ECCDBE17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D60058B2-23A4-EE45-9288-CAE730A10CF0}">
      <dgm:prSet phldrT="[Text]"/>
      <dgm:spPr/>
      <dgm:t>
        <a:bodyPr/>
        <a:lstStyle/>
        <a:p>
          <a:r>
            <a:rPr lang="en-GB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Reduce HP by DMG</a:t>
          </a:r>
        </a:p>
      </dgm:t>
    </dgm:pt>
    <dgm:pt modelId="{EE7D9077-9C9C-5445-BA42-F8B16A1A966B}" type="parTrans" cxnId="{7184DC79-632B-E041-B594-72F6F1C5EB31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4BF5059A-1716-9147-971A-416F09475796}" type="sibTrans" cxnId="{7184DC79-632B-E041-B594-72F6F1C5EB31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26457C02-822E-2942-9648-08BD65007BCA}">
      <dgm:prSet phldrT="[Text]"/>
      <dgm:spPr/>
      <dgm:t>
        <a:bodyPr/>
        <a:lstStyle/>
        <a:p>
          <a:r>
            <a:rPr lang="en-GB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Affect Player Character</a:t>
          </a:r>
        </a:p>
      </dgm:t>
    </dgm:pt>
    <dgm:pt modelId="{1E31CA43-91AC-8F4B-A7B9-55F03211BABE}" type="parTrans" cxnId="{627E5A12-7A9B-E949-BCCF-A972ADE46520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304576CD-DF50-DA48-9AEA-0616DDE5EF3A}" type="sibTrans" cxnId="{627E5A12-7A9B-E949-BCCF-A972ADE46520}">
      <dgm:prSet/>
      <dgm:spPr/>
      <dgm:t>
        <a:bodyPr/>
        <a:lstStyle/>
        <a:p>
          <a:endParaRPr lang="en-GB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gm:t>
    </dgm:pt>
    <dgm:pt modelId="{F85CF4AC-191D-A442-841B-E951270B09AA}" type="pres">
      <dgm:prSet presAssocID="{7C77E0A9-A86D-B242-934F-03E332EFBF11}" presName="cycle" presStyleCnt="0">
        <dgm:presLayoutVars>
          <dgm:dir/>
          <dgm:resizeHandles val="exact"/>
        </dgm:presLayoutVars>
      </dgm:prSet>
      <dgm:spPr/>
    </dgm:pt>
    <dgm:pt modelId="{15C04B53-3E64-5A41-9E5D-4BD8C475D524}" type="pres">
      <dgm:prSet presAssocID="{612A984D-5DEF-304F-A806-5574DC789717}" presName="node" presStyleLbl="node1" presStyleIdx="0" presStyleCnt="3">
        <dgm:presLayoutVars>
          <dgm:bulletEnabled val="1"/>
        </dgm:presLayoutVars>
      </dgm:prSet>
      <dgm:spPr/>
    </dgm:pt>
    <dgm:pt modelId="{472A6D0F-3AFF-B746-95D9-245A750DCD6A}" type="pres">
      <dgm:prSet presAssocID="{0DDD4D14-572C-4545-9110-3652B1C8DBAA}" presName="sibTrans" presStyleLbl="sibTrans2D1" presStyleIdx="0" presStyleCnt="3" custScaleX="145214"/>
      <dgm:spPr/>
    </dgm:pt>
    <dgm:pt modelId="{04E25FA9-A848-BF41-8875-94BEC8BE6B7C}" type="pres">
      <dgm:prSet presAssocID="{0DDD4D14-572C-4545-9110-3652B1C8DBAA}" presName="connectorText" presStyleLbl="sibTrans2D1" presStyleIdx="0" presStyleCnt="3"/>
      <dgm:spPr/>
    </dgm:pt>
    <dgm:pt modelId="{3CCD2B51-6069-B04B-AB7D-D42773FE854C}" type="pres">
      <dgm:prSet presAssocID="{D60058B2-23A4-EE45-9288-CAE730A10CF0}" presName="node" presStyleLbl="node1" presStyleIdx="1" presStyleCnt="3">
        <dgm:presLayoutVars>
          <dgm:bulletEnabled val="1"/>
        </dgm:presLayoutVars>
      </dgm:prSet>
      <dgm:spPr/>
    </dgm:pt>
    <dgm:pt modelId="{371D37D8-5044-9049-B8EB-7C50DEE3FDDC}" type="pres">
      <dgm:prSet presAssocID="{4BF5059A-1716-9147-971A-416F09475796}" presName="sibTrans" presStyleLbl="sibTrans2D1" presStyleIdx="1" presStyleCnt="3" custScaleX="153313"/>
      <dgm:spPr/>
    </dgm:pt>
    <dgm:pt modelId="{4B619EF8-D7BE-744B-9523-6D41FE24D7CC}" type="pres">
      <dgm:prSet presAssocID="{4BF5059A-1716-9147-971A-416F09475796}" presName="connectorText" presStyleLbl="sibTrans2D1" presStyleIdx="1" presStyleCnt="3"/>
      <dgm:spPr/>
    </dgm:pt>
    <dgm:pt modelId="{7474D3A3-0A3D-194B-94BC-79FC6CEC7D3B}" type="pres">
      <dgm:prSet presAssocID="{26457C02-822E-2942-9648-08BD65007BCA}" presName="node" presStyleLbl="node1" presStyleIdx="2" presStyleCnt="3">
        <dgm:presLayoutVars>
          <dgm:bulletEnabled val="1"/>
        </dgm:presLayoutVars>
      </dgm:prSet>
      <dgm:spPr/>
    </dgm:pt>
    <dgm:pt modelId="{0765200A-E493-4B41-B65D-4CB2EC1E1415}" type="pres">
      <dgm:prSet presAssocID="{304576CD-DF50-DA48-9AEA-0616DDE5EF3A}" presName="sibTrans" presStyleLbl="sibTrans2D1" presStyleIdx="2" presStyleCnt="3" custScaleX="151255"/>
      <dgm:spPr/>
    </dgm:pt>
    <dgm:pt modelId="{8C24284F-1A17-084A-A572-DE109059CE43}" type="pres">
      <dgm:prSet presAssocID="{304576CD-DF50-DA48-9AEA-0616DDE5EF3A}" presName="connectorText" presStyleLbl="sibTrans2D1" presStyleIdx="2" presStyleCnt="3"/>
      <dgm:spPr/>
    </dgm:pt>
  </dgm:ptLst>
  <dgm:cxnLst>
    <dgm:cxn modelId="{627E5A12-7A9B-E949-BCCF-A972ADE46520}" srcId="{7C77E0A9-A86D-B242-934F-03E332EFBF11}" destId="{26457C02-822E-2942-9648-08BD65007BCA}" srcOrd="2" destOrd="0" parTransId="{1E31CA43-91AC-8F4B-A7B9-55F03211BABE}" sibTransId="{304576CD-DF50-DA48-9AEA-0616DDE5EF3A}"/>
    <dgm:cxn modelId="{1061C231-5556-CC48-A379-AEF778A1E151}" type="presOf" srcId="{26457C02-822E-2942-9648-08BD65007BCA}" destId="{7474D3A3-0A3D-194B-94BC-79FC6CEC7D3B}" srcOrd="0" destOrd="0" presId="urn:microsoft.com/office/officeart/2005/8/layout/cycle2"/>
    <dgm:cxn modelId="{BD4D7759-CEE6-FB4F-BE9E-083F2E5F0927}" type="presOf" srcId="{D60058B2-23A4-EE45-9288-CAE730A10CF0}" destId="{3CCD2B51-6069-B04B-AB7D-D42773FE854C}" srcOrd="0" destOrd="0" presId="urn:microsoft.com/office/officeart/2005/8/layout/cycle2"/>
    <dgm:cxn modelId="{135AE165-5415-BE43-A74A-8DBE74AFBC43}" type="presOf" srcId="{0DDD4D14-572C-4545-9110-3652B1C8DBAA}" destId="{04E25FA9-A848-BF41-8875-94BEC8BE6B7C}" srcOrd="1" destOrd="0" presId="urn:microsoft.com/office/officeart/2005/8/layout/cycle2"/>
    <dgm:cxn modelId="{9BD2F267-D366-7B42-80B1-FC569E7F0B5A}" type="presOf" srcId="{612A984D-5DEF-304F-A806-5574DC789717}" destId="{15C04B53-3E64-5A41-9E5D-4BD8C475D524}" srcOrd="0" destOrd="0" presId="urn:microsoft.com/office/officeart/2005/8/layout/cycle2"/>
    <dgm:cxn modelId="{7184DC79-632B-E041-B594-72F6F1C5EB31}" srcId="{7C77E0A9-A86D-B242-934F-03E332EFBF11}" destId="{D60058B2-23A4-EE45-9288-CAE730A10CF0}" srcOrd="1" destOrd="0" parTransId="{EE7D9077-9C9C-5445-BA42-F8B16A1A966B}" sibTransId="{4BF5059A-1716-9147-971A-416F09475796}"/>
    <dgm:cxn modelId="{1B5B60A4-6267-0742-9480-2C302B58F337}" type="presOf" srcId="{304576CD-DF50-DA48-9AEA-0616DDE5EF3A}" destId="{0765200A-E493-4B41-B65D-4CB2EC1E1415}" srcOrd="0" destOrd="0" presId="urn:microsoft.com/office/officeart/2005/8/layout/cycle2"/>
    <dgm:cxn modelId="{BABFEAA6-10BC-B846-A70E-1F295CED00D6}" type="presOf" srcId="{7C77E0A9-A86D-B242-934F-03E332EFBF11}" destId="{F85CF4AC-191D-A442-841B-E951270B09AA}" srcOrd="0" destOrd="0" presId="urn:microsoft.com/office/officeart/2005/8/layout/cycle2"/>
    <dgm:cxn modelId="{DCB4D7AA-2DD4-4E4A-97BD-DB60D8AE02C2}" type="presOf" srcId="{304576CD-DF50-DA48-9AEA-0616DDE5EF3A}" destId="{8C24284F-1A17-084A-A572-DE109059CE43}" srcOrd="1" destOrd="0" presId="urn:microsoft.com/office/officeart/2005/8/layout/cycle2"/>
    <dgm:cxn modelId="{97C5B3AF-6C3B-5F41-B426-975BB8348CBC}" type="presOf" srcId="{0DDD4D14-572C-4545-9110-3652B1C8DBAA}" destId="{472A6D0F-3AFF-B746-95D9-245A750DCD6A}" srcOrd="0" destOrd="0" presId="urn:microsoft.com/office/officeart/2005/8/layout/cycle2"/>
    <dgm:cxn modelId="{8FA723EE-B0EA-2449-A6EC-7D13ECCDBE17}" srcId="{7C77E0A9-A86D-B242-934F-03E332EFBF11}" destId="{612A984D-5DEF-304F-A806-5574DC789717}" srcOrd="0" destOrd="0" parTransId="{00C804DE-ABD6-C546-B8F8-32F49B4884BC}" sibTransId="{0DDD4D14-572C-4545-9110-3652B1C8DBAA}"/>
    <dgm:cxn modelId="{4D0E2EFA-992E-B846-B2FA-E26CF284F441}" type="presOf" srcId="{4BF5059A-1716-9147-971A-416F09475796}" destId="{4B619EF8-D7BE-744B-9523-6D41FE24D7CC}" srcOrd="1" destOrd="0" presId="urn:microsoft.com/office/officeart/2005/8/layout/cycle2"/>
    <dgm:cxn modelId="{6B4384FC-0BCF-DA48-94B2-48C932925D17}" type="presOf" srcId="{4BF5059A-1716-9147-971A-416F09475796}" destId="{371D37D8-5044-9049-B8EB-7C50DEE3FDDC}" srcOrd="0" destOrd="0" presId="urn:microsoft.com/office/officeart/2005/8/layout/cycle2"/>
    <dgm:cxn modelId="{927D7C18-5884-3545-BEC5-5605EFFC141E}" type="presParOf" srcId="{F85CF4AC-191D-A442-841B-E951270B09AA}" destId="{15C04B53-3E64-5A41-9E5D-4BD8C475D524}" srcOrd="0" destOrd="0" presId="urn:microsoft.com/office/officeart/2005/8/layout/cycle2"/>
    <dgm:cxn modelId="{B52BF8D4-2F24-DC48-BEC3-33591784C22A}" type="presParOf" srcId="{F85CF4AC-191D-A442-841B-E951270B09AA}" destId="{472A6D0F-3AFF-B746-95D9-245A750DCD6A}" srcOrd="1" destOrd="0" presId="urn:microsoft.com/office/officeart/2005/8/layout/cycle2"/>
    <dgm:cxn modelId="{C9D78633-697C-C640-8529-546D14D1177E}" type="presParOf" srcId="{472A6D0F-3AFF-B746-95D9-245A750DCD6A}" destId="{04E25FA9-A848-BF41-8875-94BEC8BE6B7C}" srcOrd="0" destOrd="0" presId="urn:microsoft.com/office/officeart/2005/8/layout/cycle2"/>
    <dgm:cxn modelId="{D8B8868F-C558-4D47-B93E-80CCC63E2349}" type="presParOf" srcId="{F85CF4AC-191D-A442-841B-E951270B09AA}" destId="{3CCD2B51-6069-B04B-AB7D-D42773FE854C}" srcOrd="2" destOrd="0" presId="urn:microsoft.com/office/officeart/2005/8/layout/cycle2"/>
    <dgm:cxn modelId="{59971951-2201-9946-9B9A-C1D52A18EB43}" type="presParOf" srcId="{F85CF4AC-191D-A442-841B-E951270B09AA}" destId="{371D37D8-5044-9049-B8EB-7C50DEE3FDDC}" srcOrd="3" destOrd="0" presId="urn:microsoft.com/office/officeart/2005/8/layout/cycle2"/>
    <dgm:cxn modelId="{92BA8B8A-F022-0641-9C07-F1A1C1E8E2B2}" type="presParOf" srcId="{371D37D8-5044-9049-B8EB-7C50DEE3FDDC}" destId="{4B619EF8-D7BE-744B-9523-6D41FE24D7CC}" srcOrd="0" destOrd="0" presId="urn:microsoft.com/office/officeart/2005/8/layout/cycle2"/>
    <dgm:cxn modelId="{0819F5CC-C2D3-264D-A147-B9E92C90765C}" type="presParOf" srcId="{F85CF4AC-191D-A442-841B-E951270B09AA}" destId="{7474D3A3-0A3D-194B-94BC-79FC6CEC7D3B}" srcOrd="4" destOrd="0" presId="urn:microsoft.com/office/officeart/2005/8/layout/cycle2"/>
    <dgm:cxn modelId="{D75D6543-8C31-AC47-992F-D9C0FCC73154}" type="presParOf" srcId="{F85CF4AC-191D-A442-841B-E951270B09AA}" destId="{0765200A-E493-4B41-B65D-4CB2EC1E1415}" srcOrd="5" destOrd="0" presId="urn:microsoft.com/office/officeart/2005/8/layout/cycle2"/>
    <dgm:cxn modelId="{E5FC5F33-C02E-364B-BF2E-23AD82513599}" type="presParOf" srcId="{0765200A-E493-4B41-B65D-4CB2EC1E1415}" destId="{8C24284F-1A17-084A-A572-DE109059CE43}" srcOrd="0" destOrd="0" presId="urn:microsoft.com/office/officeart/2005/8/layout/cycle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04B53-3E64-5A41-9E5D-4BD8C475D524}">
      <dsp:nvSpPr>
        <dsp:cNvPr id="0" name=""/>
        <dsp:cNvSpPr/>
      </dsp:nvSpPr>
      <dsp:spPr>
        <a:xfrm>
          <a:off x="2887265" y="808"/>
          <a:ext cx="2353468" cy="2353468"/>
        </a:xfrm>
        <a:prstGeom prst="ellips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Take Damage</a:t>
          </a:r>
        </a:p>
      </dsp:txBody>
      <dsp:txXfrm>
        <a:off x="3231922" y="345465"/>
        <a:ext cx="1664154" cy="1664154"/>
      </dsp:txXfrm>
    </dsp:sp>
    <dsp:sp modelId="{472A6D0F-3AFF-B746-95D9-245A750DCD6A}">
      <dsp:nvSpPr>
        <dsp:cNvPr id="0" name=""/>
        <dsp:cNvSpPr/>
      </dsp:nvSpPr>
      <dsp:spPr>
        <a:xfrm rot="3600000">
          <a:off x="4483856" y="2296804"/>
          <a:ext cx="911285" cy="7942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sp:txBody>
      <dsp:txXfrm>
        <a:off x="4543428" y="2352481"/>
        <a:ext cx="672997" cy="476577"/>
      </dsp:txXfrm>
    </dsp:sp>
    <dsp:sp modelId="{3CCD2B51-6069-B04B-AB7D-D42773FE854C}">
      <dsp:nvSpPr>
        <dsp:cNvPr id="0" name=""/>
        <dsp:cNvSpPr/>
      </dsp:nvSpPr>
      <dsp:spPr>
        <a:xfrm>
          <a:off x="4656025" y="3064390"/>
          <a:ext cx="2353468" cy="2353468"/>
        </a:xfrm>
        <a:prstGeom prst="ellipse">
          <a:avLst/>
        </a:prstGeom>
        <a:solidFill>
          <a:schemeClr val="accent1">
            <a:shade val="80000"/>
            <a:hueOff val="377931"/>
            <a:satOff val="-9433"/>
            <a:lumOff val="172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Reduce HP by DMG</a:t>
          </a:r>
        </a:p>
      </dsp:txBody>
      <dsp:txXfrm>
        <a:off x="5000682" y="3409047"/>
        <a:ext cx="1664154" cy="1664154"/>
      </dsp:txXfrm>
    </dsp:sp>
    <dsp:sp modelId="{371D37D8-5044-9049-B8EB-7C50DEE3FDDC}">
      <dsp:nvSpPr>
        <dsp:cNvPr id="0" name=""/>
        <dsp:cNvSpPr/>
      </dsp:nvSpPr>
      <dsp:spPr>
        <a:xfrm rot="10800000">
          <a:off x="3600705" y="3843976"/>
          <a:ext cx="962110" cy="7942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81493"/>
            <a:satOff val="-9433"/>
            <a:lumOff val="161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sp:txBody>
      <dsp:txXfrm rot="10800000">
        <a:off x="3838993" y="4002835"/>
        <a:ext cx="723822" cy="476577"/>
      </dsp:txXfrm>
    </dsp:sp>
    <dsp:sp modelId="{7474D3A3-0A3D-194B-94BC-79FC6CEC7D3B}">
      <dsp:nvSpPr>
        <dsp:cNvPr id="0" name=""/>
        <dsp:cNvSpPr/>
      </dsp:nvSpPr>
      <dsp:spPr>
        <a:xfrm>
          <a:off x="1118505" y="3064390"/>
          <a:ext cx="2353468" cy="2353468"/>
        </a:xfrm>
        <a:prstGeom prst="ellipse">
          <a:avLst/>
        </a:prstGeom>
        <a:solidFill>
          <a:schemeClr val="accent1">
            <a:shade val="80000"/>
            <a:hueOff val="755861"/>
            <a:satOff val="-18867"/>
            <a:lumOff val="345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UD Digi Kyokasho NP-B" panose="02020700000000000000" pitchFamily="18" charset="-128"/>
              <a:ea typeface="UD Digi Kyokasho NP-B" panose="02020700000000000000" pitchFamily="18" charset="-128"/>
            </a:rPr>
            <a:t>Affect Player Character</a:t>
          </a:r>
        </a:p>
      </dsp:txBody>
      <dsp:txXfrm>
        <a:off x="1463162" y="3409047"/>
        <a:ext cx="1664154" cy="1664154"/>
      </dsp:txXfrm>
    </dsp:sp>
    <dsp:sp modelId="{0765200A-E493-4B41-B65D-4CB2EC1E1415}">
      <dsp:nvSpPr>
        <dsp:cNvPr id="0" name=""/>
        <dsp:cNvSpPr/>
      </dsp:nvSpPr>
      <dsp:spPr>
        <a:xfrm rot="18000000">
          <a:off x="2696141" y="2327566"/>
          <a:ext cx="949196" cy="7942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762986"/>
            <a:satOff val="-18867"/>
            <a:lumOff val="322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>
            <a:latin typeface="UD Digi Kyokasho NP-B" panose="02020700000000000000" pitchFamily="18" charset="-128"/>
            <a:ea typeface="UD Digi Kyokasho NP-B" panose="02020700000000000000" pitchFamily="18" charset="-128"/>
          </a:endParaRPr>
        </a:p>
      </dsp:txBody>
      <dsp:txXfrm>
        <a:off x="2755713" y="2589607"/>
        <a:ext cx="710908" cy="476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2B96-16EF-FC15-B6DB-0645EF5E7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A25BE-B26A-C931-B055-1BF9B3509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90DF-A780-2C80-B659-3D514CFB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70BD8-6FA2-4830-8A42-E61454FF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D702-4339-12E5-358D-A56DE1FD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1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5D83-FC05-EE15-103C-ED05B016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A2F98-F6DC-B9E3-87B4-CCADC959F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053E-9AED-028C-991E-1B28C221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7C5B5-209B-5301-80D9-76932889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E0450-C572-5029-C2E4-BFFB23B1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60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50D4-2D06-D3C9-A184-619F7027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9664-2980-5280-6A86-F4BDBFD0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1045-16BD-13BA-D059-A8AF26D3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A35D-CA13-681E-5800-41CA6240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243B7-A1C5-3BF0-35F4-8DC530A6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99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F540-6E22-6C54-749F-FCBFCC2D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4647-2FD8-AE15-9835-5EF8801DA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228F2-C59D-489D-6DE0-69D216E47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0A02-0AB2-EBFF-F6BD-32445938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EBDB-A1D4-B069-E21E-8769C5BA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E0326-9C89-D23C-8568-940A7E1E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06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29C2-AFCF-8EEA-ED69-10D60658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9F05-0936-A399-CBA5-8DB4DFD6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515BE-6640-DA80-4E28-923A98EFD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0E6A4-930C-4929-C22D-A6F07C7E2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86C21-3DAD-4DD5-5CE0-FC83DE3A1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D2E86-5378-08F2-BA8B-71E2B9A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CB3B4-C58B-2741-F51A-6C3F37FA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153F7-410C-D80C-8238-CE692860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61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57F1-DC3D-FCD5-80A5-AE1BD6EB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4690F-7680-6AFB-6F41-ABF58F8C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6DE60-2D8A-B272-D2ED-21C5C88DB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8663-F77B-2E5F-DA19-56F383E7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71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19DC7-9B3F-748C-7FA7-05ED6692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3C842-41F6-6DBA-A7A6-D577CB8E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4DA69-DFBB-9AA1-8102-FE7D80F6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50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3402-EE63-FBDD-430B-FEABADD5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3BF4-43E4-C791-EA26-3E684B7F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2B15C-B562-81B4-26D2-49B3EEFA1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0C6C4-E6B0-DE27-2052-9822CEE9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AAB7D-4C38-FB19-1495-71745F53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F5012-9565-8891-C767-5C25EBD2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2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6C22-5CB2-5E76-4CFA-0FC98FB6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D0659-51EA-B44B-6638-DFEFC9E9F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4B83D-008E-1294-2FEC-536D1530F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4D84-7A8C-46FC-7194-22789197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A99A3-5283-225A-4086-2DEE61D1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9D0C-BCBD-F183-5648-28C1011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1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FFF5-57C4-7597-A8CA-097B2B48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2DACE-3352-7031-B514-055468ECA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3561B-D999-D9D8-C794-4D020926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83E82-89EE-8398-35F5-7E3D8427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317E-EA4C-9CDC-D8CB-A093EE9A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0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BCA2A-194A-BFBD-A0E3-312191AA0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FAA4-162C-6350-8B31-94265E0DB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2DA4-597B-F489-9511-DF1F3E54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F56A2-8C22-D76F-64E0-09F5E2B2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43F7-561F-8BB9-CD08-4AC41E44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24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6D96B-2514-7C28-1E78-5B7AAA19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48907-D17E-C58A-B72C-88F4992D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F76CC-86C0-ACE7-B079-70D9E4401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E0C91-242E-49C3-9267-92C580F8BFBE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73246-2D99-0659-DBB8-DB5756201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377C-ABC1-D085-6C5E-C2CDF456F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6074-CBD7-4133-98FB-5C48BBB9D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1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47F072-0782-9D61-B208-6A7F9196822C}"/>
              </a:ext>
            </a:extLst>
          </p:cNvPr>
          <p:cNvSpPr/>
          <p:nvPr/>
        </p:nvSpPr>
        <p:spPr>
          <a:xfrm>
            <a:off x="932449" y="966785"/>
            <a:ext cx="836913" cy="823913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607D688-1759-80B9-9C37-806999063BB5}"/>
              </a:ext>
            </a:extLst>
          </p:cNvPr>
          <p:cNvSpPr/>
          <p:nvPr/>
        </p:nvSpPr>
        <p:spPr>
          <a:xfrm>
            <a:off x="1948983" y="1386510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83132B-BE6D-FE5B-7558-843A973F3311}"/>
              </a:ext>
            </a:extLst>
          </p:cNvPr>
          <p:cNvSpPr/>
          <p:nvPr/>
        </p:nvSpPr>
        <p:spPr>
          <a:xfrm>
            <a:off x="2503358" y="744567"/>
            <a:ext cx="1304144" cy="128388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2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3F08760-82C6-49CA-AD0E-27FF88C7CE89}"/>
              </a:ext>
            </a:extLst>
          </p:cNvPr>
          <p:cNvSpPr/>
          <p:nvPr/>
        </p:nvSpPr>
        <p:spPr>
          <a:xfrm rot="5400000">
            <a:off x="2968053" y="2308071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E441DD-A7EF-3CB2-B4EC-45854EB57D1F}"/>
              </a:ext>
            </a:extLst>
          </p:cNvPr>
          <p:cNvSpPr/>
          <p:nvPr/>
        </p:nvSpPr>
        <p:spPr>
          <a:xfrm>
            <a:off x="2668250" y="2796684"/>
            <a:ext cx="944195" cy="929528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3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A84853F-ADC4-1485-398B-8DF0BB7336B1}"/>
              </a:ext>
            </a:extLst>
          </p:cNvPr>
          <p:cNvSpPr/>
          <p:nvPr/>
        </p:nvSpPr>
        <p:spPr>
          <a:xfrm>
            <a:off x="3807502" y="3149022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</a:rPr>
              <a:t>\</a:t>
            </a:r>
          </a:p>
          <a:p>
            <a:pPr algn="ctr"/>
            <a:endParaRPr lang="en-GB" sz="3600" dirty="0"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70A7DD-94D5-FFD5-34A0-317665F50BC0}"/>
              </a:ext>
            </a:extLst>
          </p:cNvPr>
          <p:cNvSpPr/>
          <p:nvPr/>
        </p:nvSpPr>
        <p:spPr>
          <a:xfrm>
            <a:off x="4369633" y="2607874"/>
            <a:ext cx="1349114" cy="1329649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4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35BD3A-6A1F-422B-CE17-20D9090B7BD1}"/>
              </a:ext>
            </a:extLst>
          </p:cNvPr>
          <p:cNvSpPr/>
          <p:nvPr/>
        </p:nvSpPr>
        <p:spPr>
          <a:xfrm rot="5400000">
            <a:off x="2968053" y="4005830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58E690-7B5B-CACA-6FBC-814A8D2D2590}"/>
              </a:ext>
            </a:extLst>
          </p:cNvPr>
          <p:cNvSpPr/>
          <p:nvPr/>
        </p:nvSpPr>
        <p:spPr>
          <a:xfrm>
            <a:off x="2288852" y="4510300"/>
            <a:ext cx="1702990" cy="167653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CB064FF-F5D1-22C0-0EEF-293B12353D4C}"/>
              </a:ext>
            </a:extLst>
          </p:cNvPr>
          <p:cNvSpPr/>
          <p:nvPr/>
        </p:nvSpPr>
        <p:spPr>
          <a:xfrm>
            <a:off x="4182256" y="5342859"/>
            <a:ext cx="374754" cy="224852"/>
          </a:xfrm>
          <a:prstGeom prst="rightArrow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F2CD50-BCEA-D8A8-81FF-A9B9820E9201}"/>
              </a:ext>
            </a:extLst>
          </p:cNvPr>
          <p:cNvSpPr/>
          <p:nvPr/>
        </p:nvSpPr>
        <p:spPr>
          <a:xfrm>
            <a:off x="4747424" y="5092364"/>
            <a:ext cx="737295" cy="725842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6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7A4E96-067F-8112-F472-382A4667A418}"/>
              </a:ext>
            </a:extLst>
          </p:cNvPr>
          <p:cNvSpPr/>
          <p:nvPr/>
        </p:nvSpPr>
        <p:spPr>
          <a:xfrm>
            <a:off x="6640643" y="1674444"/>
            <a:ext cx="4897765" cy="3417920"/>
          </a:xfrm>
          <a:prstGeom prst="roundRect">
            <a:avLst>
              <a:gd name="adj" fmla="val 13243"/>
            </a:avLst>
          </a:prstGeom>
          <a:solidFill>
            <a:srgbClr val="FF1A3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Start zone: Sentinel wakes up from a standby pod.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learn how to activate doors and access different types of rooms.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learn how to encounter hazards and dangers.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run into enemies and pain-makers.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They dispatch the obstacles ahead of them.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GB" sz="1400" spc="9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8BitOperator JVE (Undertale Dia" panose="00000400000000000000" pitchFamily="2" charset="0"/>
              </a:rPr>
              <a:t>Lastly, they reach the end of the room.</a:t>
            </a:r>
          </a:p>
        </p:txBody>
      </p:sp>
    </p:spTree>
    <p:extLst>
      <p:ext uri="{BB962C8B-B14F-4D97-AF65-F5344CB8AC3E}">
        <p14:creationId xmlns:p14="http://schemas.microsoft.com/office/powerpoint/2010/main" val="396344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9E59CB-1C6C-DCBA-8EB6-F328B5E1CAF1}"/>
              </a:ext>
            </a:extLst>
          </p:cNvPr>
          <p:cNvSpPr txBox="1"/>
          <p:nvPr/>
        </p:nvSpPr>
        <p:spPr>
          <a:xfrm>
            <a:off x="3050498" y="1586088"/>
            <a:ext cx="61009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 zone: Sentinel wakes up from a standby pod.</a:t>
            </a:r>
          </a:p>
          <a:p>
            <a:endParaRPr lang="en-US" dirty="0"/>
          </a:p>
          <a:p>
            <a:r>
              <a:rPr lang="en-US" dirty="0"/>
              <a:t>They learn how to activate doors and access different types of rooms.</a:t>
            </a:r>
          </a:p>
          <a:p>
            <a:endParaRPr lang="en-US" dirty="0"/>
          </a:p>
          <a:p>
            <a:r>
              <a:rPr lang="en-US" dirty="0"/>
              <a:t>They learn how to encounter hazards and dangers.</a:t>
            </a:r>
          </a:p>
          <a:p>
            <a:endParaRPr lang="en-US" dirty="0"/>
          </a:p>
          <a:p>
            <a:r>
              <a:rPr lang="en-US" dirty="0"/>
              <a:t>They run into enemies and pain-makers.</a:t>
            </a:r>
          </a:p>
          <a:p>
            <a:endParaRPr lang="en-US" dirty="0"/>
          </a:p>
          <a:p>
            <a:r>
              <a:rPr lang="en-US" dirty="0"/>
              <a:t>They dispatch the obstacles ahead of them.</a:t>
            </a:r>
          </a:p>
          <a:p>
            <a:endParaRPr lang="en-US" dirty="0"/>
          </a:p>
          <a:p>
            <a:r>
              <a:rPr lang="en-US" dirty="0"/>
              <a:t>Lastly, they reach the end of the room.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1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9E9B82C-B261-340B-3CC3-1386C3A24C01}"/>
              </a:ext>
            </a:extLst>
          </p:cNvPr>
          <p:cNvSpPr/>
          <p:nvPr/>
        </p:nvSpPr>
        <p:spPr>
          <a:xfrm>
            <a:off x="3702851" y="930084"/>
            <a:ext cx="836913" cy="823913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1</a:t>
            </a:r>
          </a:p>
        </p:txBody>
      </p:sp>
      <p:sp>
        <p:nvSpPr>
          <p:cNvPr id="3" name="Arrow: Right 8">
            <a:extLst>
              <a:ext uri="{FF2B5EF4-FFF2-40B4-BE49-F238E27FC236}">
                <a16:creationId xmlns:a16="http://schemas.microsoft.com/office/drawing/2014/main" id="{664E3C5B-96AF-48CA-01D8-C8DF623EB956}"/>
              </a:ext>
            </a:extLst>
          </p:cNvPr>
          <p:cNvSpPr/>
          <p:nvPr/>
        </p:nvSpPr>
        <p:spPr>
          <a:xfrm>
            <a:off x="4719385" y="1349809"/>
            <a:ext cx="374754" cy="224852"/>
          </a:xfrm>
          <a:prstGeom prst="rightArrow">
            <a:avLst/>
          </a:prstGeom>
          <a:solidFill>
            <a:srgbClr val="FC9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solidFill>
                <a:schemeClr val="bg1"/>
              </a:solidFill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BA47DB-4D60-76D3-073F-EC3D2497DCAA}"/>
              </a:ext>
            </a:extLst>
          </p:cNvPr>
          <p:cNvSpPr/>
          <p:nvPr/>
        </p:nvSpPr>
        <p:spPr>
          <a:xfrm>
            <a:off x="5273760" y="707866"/>
            <a:ext cx="1304144" cy="128388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2</a:t>
            </a:r>
          </a:p>
        </p:txBody>
      </p:sp>
      <p:sp>
        <p:nvSpPr>
          <p:cNvPr id="5" name="Arrow: Right 13">
            <a:extLst>
              <a:ext uri="{FF2B5EF4-FFF2-40B4-BE49-F238E27FC236}">
                <a16:creationId xmlns:a16="http://schemas.microsoft.com/office/drawing/2014/main" id="{EFA53090-9D3B-9443-AB71-12D7C9AB7F3F}"/>
              </a:ext>
            </a:extLst>
          </p:cNvPr>
          <p:cNvSpPr/>
          <p:nvPr/>
        </p:nvSpPr>
        <p:spPr>
          <a:xfrm rot="7095968">
            <a:off x="5738455" y="2271370"/>
            <a:ext cx="374754" cy="224852"/>
          </a:xfrm>
          <a:prstGeom prst="rightArrow">
            <a:avLst/>
          </a:prstGeom>
          <a:solidFill>
            <a:srgbClr val="FC9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solidFill>
                <a:schemeClr val="bg1"/>
              </a:solidFill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508B16-4288-CE53-9C5E-8C09B646B816}"/>
              </a:ext>
            </a:extLst>
          </p:cNvPr>
          <p:cNvSpPr/>
          <p:nvPr/>
        </p:nvSpPr>
        <p:spPr>
          <a:xfrm>
            <a:off x="5147019" y="2663414"/>
            <a:ext cx="944195" cy="929528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3</a:t>
            </a:r>
          </a:p>
        </p:txBody>
      </p:sp>
      <p:sp>
        <p:nvSpPr>
          <p:cNvPr id="7" name="Arrow: Right 16">
            <a:extLst>
              <a:ext uri="{FF2B5EF4-FFF2-40B4-BE49-F238E27FC236}">
                <a16:creationId xmlns:a16="http://schemas.microsoft.com/office/drawing/2014/main" id="{7D6E6AD1-6520-C744-1DE9-E00B7FF8F665}"/>
              </a:ext>
            </a:extLst>
          </p:cNvPr>
          <p:cNvSpPr/>
          <p:nvPr/>
        </p:nvSpPr>
        <p:spPr>
          <a:xfrm>
            <a:off x="6428247" y="3112321"/>
            <a:ext cx="374754" cy="224852"/>
          </a:xfrm>
          <a:prstGeom prst="rightArrow">
            <a:avLst/>
          </a:prstGeom>
          <a:solidFill>
            <a:srgbClr val="FC9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rPr>
              <a:t>\</a:t>
            </a:r>
          </a:p>
          <a:p>
            <a:pPr algn="ctr"/>
            <a:endParaRPr lang="en-GB" sz="3600" dirty="0">
              <a:solidFill>
                <a:schemeClr val="bg1"/>
              </a:solidFill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13C2CC-C2F9-069C-3FD5-8EA659BB4A29}"/>
              </a:ext>
            </a:extLst>
          </p:cNvPr>
          <p:cNvSpPr/>
          <p:nvPr/>
        </p:nvSpPr>
        <p:spPr>
          <a:xfrm>
            <a:off x="7140035" y="2571173"/>
            <a:ext cx="1349114" cy="1329649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4</a:t>
            </a:r>
          </a:p>
        </p:txBody>
      </p:sp>
      <p:sp>
        <p:nvSpPr>
          <p:cNvPr id="9" name="Arrow: Right 18">
            <a:extLst>
              <a:ext uri="{FF2B5EF4-FFF2-40B4-BE49-F238E27FC236}">
                <a16:creationId xmlns:a16="http://schemas.microsoft.com/office/drawing/2014/main" id="{76C0DBE7-993B-19C1-68FF-3AE234275B20}"/>
              </a:ext>
            </a:extLst>
          </p:cNvPr>
          <p:cNvSpPr/>
          <p:nvPr/>
        </p:nvSpPr>
        <p:spPr>
          <a:xfrm rot="7418875">
            <a:off x="6609866" y="4148017"/>
            <a:ext cx="374754" cy="263698"/>
          </a:xfrm>
          <a:prstGeom prst="rightArrow">
            <a:avLst/>
          </a:prstGeom>
          <a:solidFill>
            <a:srgbClr val="FC9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solidFill>
                <a:schemeClr val="bg1"/>
              </a:solidFill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9C209-305C-9B4B-10B5-69BCCD15AF81}"/>
              </a:ext>
            </a:extLst>
          </p:cNvPr>
          <p:cNvSpPr/>
          <p:nvPr/>
        </p:nvSpPr>
        <p:spPr>
          <a:xfrm>
            <a:off x="5059254" y="4473599"/>
            <a:ext cx="1702990" cy="1676536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5</a:t>
            </a:r>
          </a:p>
        </p:txBody>
      </p:sp>
      <p:sp>
        <p:nvSpPr>
          <p:cNvPr id="11" name="Arrow: Right 20">
            <a:extLst>
              <a:ext uri="{FF2B5EF4-FFF2-40B4-BE49-F238E27FC236}">
                <a16:creationId xmlns:a16="http://schemas.microsoft.com/office/drawing/2014/main" id="{6FF78B8F-10F1-C8F9-974C-61EE6B969B6C}"/>
              </a:ext>
            </a:extLst>
          </p:cNvPr>
          <p:cNvSpPr/>
          <p:nvPr/>
        </p:nvSpPr>
        <p:spPr>
          <a:xfrm rot="20002952">
            <a:off x="6952658" y="5306158"/>
            <a:ext cx="374754" cy="224852"/>
          </a:xfrm>
          <a:prstGeom prst="rightArrow">
            <a:avLst/>
          </a:prstGeom>
          <a:solidFill>
            <a:srgbClr val="FC9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>
              <a:solidFill>
                <a:schemeClr val="bg1"/>
              </a:solidFill>
              <a:latin typeface="UD Digi Kyokasho NP-B" panose="02020700000000000000" pitchFamily="18" charset="-128"/>
              <a:ea typeface="UD Digi Kyokasho NP-B" panose="02020700000000000000" pitchFamily="18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D72135-A059-7320-56D4-F08EC54E34DA}"/>
              </a:ext>
            </a:extLst>
          </p:cNvPr>
          <p:cNvSpPr/>
          <p:nvPr/>
        </p:nvSpPr>
        <p:spPr>
          <a:xfrm>
            <a:off x="7357924" y="4695088"/>
            <a:ext cx="737295" cy="725842"/>
          </a:xfrm>
          <a:prstGeom prst="ellipse">
            <a:avLst/>
          </a:prstGeom>
          <a:solidFill>
            <a:srgbClr val="FF1A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  <a:cs typeface="Nintendo Font" panose="000004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7198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B7CE79B-AA07-6753-34B9-42E7B7049165}"/>
              </a:ext>
            </a:extLst>
          </p:cNvPr>
          <p:cNvGrpSpPr/>
          <p:nvPr/>
        </p:nvGrpSpPr>
        <p:grpSpPr>
          <a:xfrm>
            <a:off x="-1594166" y="-896718"/>
            <a:ext cx="15380333" cy="8651437"/>
            <a:chOff x="1056290" y="594163"/>
            <a:chExt cx="10079421" cy="5669674"/>
          </a:xfrm>
        </p:grpSpPr>
        <p:sp>
          <p:nvSpPr>
            <p:cNvPr id="6" name="Arrow: Right 8">
              <a:extLst>
                <a:ext uri="{FF2B5EF4-FFF2-40B4-BE49-F238E27FC236}">
                  <a16:creationId xmlns:a16="http://schemas.microsoft.com/office/drawing/2014/main" id="{75B18284-B4FE-8599-0CD1-1D74B031007A}"/>
                </a:ext>
              </a:extLst>
            </p:cNvPr>
            <p:cNvSpPr/>
            <p:nvPr/>
          </p:nvSpPr>
          <p:spPr>
            <a:xfrm>
              <a:off x="4963690" y="1622034"/>
              <a:ext cx="374754" cy="224852"/>
            </a:xfrm>
            <a:prstGeom prst="rightArrow">
              <a:avLst/>
            </a:prstGeom>
            <a:solidFill>
              <a:srgbClr val="FF7E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7" name="Arrow: Right 13">
              <a:extLst>
                <a:ext uri="{FF2B5EF4-FFF2-40B4-BE49-F238E27FC236}">
                  <a16:creationId xmlns:a16="http://schemas.microsoft.com/office/drawing/2014/main" id="{50DC7DD2-C826-6C1A-B94C-71410595B3E6}"/>
                </a:ext>
              </a:extLst>
            </p:cNvPr>
            <p:cNvSpPr/>
            <p:nvPr/>
          </p:nvSpPr>
          <p:spPr>
            <a:xfrm rot="7095968">
              <a:off x="5720867" y="2431913"/>
              <a:ext cx="374754" cy="224852"/>
            </a:xfrm>
            <a:prstGeom prst="rightArrow">
              <a:avLst/>
            </a:prstGeom>
            <a:solidFill>
              <a:srgbClr val="FFA0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8" name="Arrow: Right 16">
              <a:extLst>
                <a:ext uri="{FF2B5EF4-FFF2-40B4-BE49-F238E27FC236}">
                  <a16:creationId xmlns:a16="http://schemas.microsoft.com/office/drawing/2014/main" id="{BD447F4F-FFD7-B359-2CEA-6BF359AF2894}"/>
                </a:ext>
              </a:extLst>
            </p:cNvPr>
            <p:cNvSpPr/>
            <p:nvPr/>
          </p:nvSpPr>
          <p:spPr>
            <a:xfrm>
              <a:off x="6428247" y="3112321"/>
              <a:ext cx="374754" cy="224852"/>
            </a:xfrm>
            <a:prstGeom prst="rightArrow">
              <a:avLst/>
            </a:prstGeom>
            <a:solidFill>
              <a:srgbClr val="FFD9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  <a:p>
              <a:pPr algn="ctr"/>
              <a:endParaRPr lang="en-GB" sz="3600" dirty="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9" name="Arrow: Right 18">
              <a:extLst>
                <a:ext uri="{FF2B5EF4-FFF2-40B4-BE49-F238E27FC236}">
                  <a16:creationId xmlns:a16="http://schemas.microsoft.com/office/drawing/2014/main" id="{4422395F-CEBE-3501-409D-CEF3057D88A5}"/>
                </a:ext>
              </a:extLst>
            </p:cNvPr>
            <p:cNvSpPr/>
            <p:nvPr/>
          </p:nvSpPr>
          <p:spPr>
            <a:xfrm rot="7418875">
              <a:off x="6240870" y="4001434"/>
              <a:ext cx="374754" cy="263698"/>
            </a:xfrm>
            <a:prstGeom prst="rightArrow">
              <a:avLst/>
            </a:prstGeom>
            <a:solidFill>
              <a:srgbClr val="FFFD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10" name="Arrow: Right 20">
              <a:extLst>
                <a:ext uri="{FF2B5EF4-FFF2-40B4-BE49-F238E27FC236}">
                  <a16:creationId xmlns:a16="http://schemas.microsoft.com/office/drawing/2014/main" id="{8024C166-7190-2A55-F8E9-C40D8F7CF6B1}"/>
                </a:ext>
              </a:extLst>
            </p:cNvPr>
            <p:cNvSpPr/>
            <p:nvPr/>
          </p:nvSpPr>
          <p:spPr>
            <a:xfrm rot="20002952">
              <a:off x="6736274" y="4754726"/>
              <a:ext cx="374754" cy="224852"/>
            </a:xfrm>
            <a:prstGeom prst="rightArrow">
              <a:avLst/>
            </a:prstGeom>
            <a:solidFill>
              <a:srgbClr val="FFFD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>
                <a:solidFill>
                  <a:schemeClr val="bg1"/>
                </a:solidFill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pic>
          <p:nvPicPr>
            <p:cNvPr id="14" name="Picture 13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F0368CC7-9629-70ED-4D44-87A8F555A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6290" y="594163"/>
              <a:ext cx="10079421" cy="5669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873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29F6C3-E657-2AAD-6351-17A33BEC2D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5434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311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AE54-F287-D6DD-8BE0-6DA1C4D7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9FC966C-EEA1-22B6-DE46-7393257DCB57}"/>
              </a:ext>
            </a:extLst>
          </p:cNvPr>
          <p:cNvGrpSpPr/>
          <p:nvPr/>
        </p:nvGrpSpPr>
        <p:grpSpPr>
          <a:xfrm>
            <a:off x="341954" y="2146665"/>
            <a:ext cx="11508093" cy="2564671"/>
            <a:chOff x="133350" y="282435"/>
            <a:chExt cx="9791700" cy="218215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3F316FF-DF13-30E9-8831-9E04AC6F90CC}"/>
                </a:ext>
              </a:extLst>
            </p:cNvPr>
            <p:cNvSpPr/>
            <p:nvPr/>
          </p:nvSpPr>
          <p:spPr>
            <a:xfrm>
              <a:off x="133350" y="1950244"/>
              <a:ext cx="2686050" cy="4572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Take DMG</a:t>
              </a:r>
            </a:p>
          </p:txBody>
        </p: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AC1D32C6-9734-6EE4-1E8C-86A823D838B4}"/>
                </a:ext>
              </a:extLst>
            </p:cNvPr>
            <p:cNvSpPr/>
            <p:nvPr/>
          </p:nvSpPr>
          <p:spPr>
            <a:xfrm>
              <a:off x="3686175" y="1707357"/>
              <a:ext cx="2686050" cy="757237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Dead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248DDE9-DD83-057A-0041-E2D06AB9EF11}"/>
                </a:ext>
              </a:extLst>
            </p:cNvPr>
            <p:cNvSpPr/>
            <p:nvPr/>
          </p:nvSpPr>
          <p:spPr>
            <a:xfrm>
              <a:off x="3686175" y="282435"/>
              <a:ext cx="2686050" cy="4572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Do Nothing?</a:t>
              </a: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2FA20471-D787-D99E-1C1A-8C2B066CD1C1}"/>
                </a:ext>
              </a:extLst>
            </p:cNvPr>
            <p:cNvSpPr/>
            <p:nvPr/>
          </p:nvSpPr>
          <p:spPr>
            <a:xfrm>
              <a:off x="7239000" y="1893094"/>
              <a:ext cx="2686050" cy="457200"/>
            </a:xfrm>
            <a:prstGeom prst="parallelogram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Input DMG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9592ACE3-63B2-AAAE-B428-861C2460DB43}"/>
                </a:ext>
              </a:extLst>
            </p:cNvPr>
            <p:cNvSpPr/>
            <p:nvPr/>
          </p:nvSpPr>
          <p:spPr>
            <a:xfrm>
              <a:off x="2933700" y="1893094"/>
              <a:ext cx="800100" cy="514350"/>
            </a:xfrm>
            <a:prstGeom prst="rightArrow">
              <a:avLst>
                <a:gd name="adj1" fmla="val 17901"/>
                <a:gd name="adj2" fmla="val 50000"/>
              </a:avLst>
            </a:prstGeom>
            <a:solidFill>
              <a:srgbClr val="FC96A5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14F6E7D2-E70B-1028-7638-965BDFAAB0BB}"/>
                </a:ext>
              </a:extLst>
            </p:cNvPr>
            <p:cNvSpPr/>
            <p:nvPr/>
          </p:nvSpPr>
          <p:spPr>
            <a:xfrm rot="16200000">
              <a:off x="4629150" y="966321"/>
              <a:ext cx="800100" cy="514350"/>
            </a:xfrm>
            <a:prstGeom prst="rightArrow">
              <a:avLst>
                <a:gd name="adj1" fmla="val 17901"/>
                <a:gd name="adj2" fmla="val 50000"/>
              </a:avLst>
            </a:prstGeom>
            <a:solidFill>
              <a:srgbClr val="FC96A5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7A0278B7-A602-5132-5B8E-1B1B703276DA}"/>
                </a:ext>
              </a:extLst>
            </p:cNvPr>
            <p:cNvSpPr/>
            <p:nvPr/>
          </p:nvSpPr>
          <p:spPr>
            <a:xfrm>
              <a:off x="6405562" y="1864519"/>
              <a:ext cx="800100" cy="514350"/>
            </a:xfrm>
            <a:prstGeom prst="rightArrow">
              <a:avLst>
                <a:gd name="adj1" fmla="val 17901"/>
                <a:gd name="adj2" fmla="val 50000"/>
              </a:avLst>
            </a:prstGeom>
            <a:solidFill>
              <a:srgbClr val="FC96A5"/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D Digi Kyokasho NP-B" panose="02020700000000000000" pitchFamily="18" charset="-128"/>
                <a:ea typeface="UD Digi Kyokasho NP-B" panose="02020700000000000000" pitchFamily="18" charset="-12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5F8B35-1208-4FF6-57B8-4ABF5CCC152C}"/>
                </a:ext>
              </a:extLst>
            </p:cNvPr>
            <p:cNvSpPr txBox="1"/>
            <p:nvPr/>
          </p:nvSpPr>
          <p:spPr>
            <a:xfrm>
              <a:off x="4131552" y="1311919"/>
              <a:ext cx="863782" cy="314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Yes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39EB8F-252E-8189-AE51-CFCDE2110221}"/>
                </a:ext>
              </a:extLst>
            </p:cNvPr>
            <p:cNvSpPr txBox="1"/>
            <p:nvPr/>
          </p:nvSpPr>
          <p:spPr>
            <a:xfrm>
              <a:off x="6210380" y="1718423"/>
              <a:ext cx="863782" cy="314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UD Digi Kyokasho NP-B" panose="02020700000000000000" pitchFamily="18" charset="-128"/>
                  <a:ea typeface="UD Digi Kyokasho NP-B" panose="02020700000000000000" pitchFamily="18" charset="-128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296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EF0056"/>
      </a:accent1>
      <a:accent2>
        <a:srgbClr val="FFCB00"/>
      </a:accent2>
      <a:accent3>
        <a:srgbClr val="6198FF"/>
      </a:accent3>
      <a:accent4>
        <a:srgbClr val="C766FF"/>
      </a:accent4>
      <a:accent5>
        <a:srgbClr val="FF9092"/>
      </a:accent5>
      <a:accent6>
        <a:srgbClr val="93FD6D"/>
      </a:accent6>
      <a:hlink>
        <a:srgbClr val="FFB679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bc7e28-12d4-4985-838f-f0a5564f8c1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505EABE8F6D4EBBDE36CB9E197DAA" ma:contentTypeVersion="11" ma:contentTypeDescription="Create a new document." ma:contentTypeScope="" ma:versionID="a8c6f59da8b548e1dd00425849c3b2fd">
  <xsd:schema xmlns:xsd="http://www.w3.org/2001/XMLSchema" xmlns:xs="http://www.w3.org/2001/XMLSchema" xmlns:p="http://schemas.microsoft.com/office/2006/metadata/properties" xmlns:ns3="dbbc7e28-12d4-4985-838f-f0a5564f8c10" targetNamespace="http://schemas.microsoft.com/office/2006/metadata/properties" ma:root="true" ma:fieldsID="4825d5397dcff08ff92e0f09feaac5cb" ns3:_="">
    <xsd:import namespace="dbbc7e28-12d4-4985-838f-f0a5564f8c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c7e28-12d4-4985-838f-f0a5564f8c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2EF716-B22C-41CE-B881-E0A819ABCA6C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dbbc7e28-12d4-4985-838f-f0a5564f8c1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251D712-CFE1-4D53-8BE0-97BA508517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92C6C9-851F-4FFC-841C-6727FDD9FC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c7e28-12d4-4985-838f-f0a5564f8c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149</Words>
  <Application>Microsoft Macintosh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UD Digi Kyokasho NP-B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Kehinde Akinyemi</dc:creator>
  <cp:lastModifiedBy>Kenny Akinyemi</cp:lastModifiedBy>
  <cp:revision>10</cp:revision>
  <dcterms:created xsi:type="dcterms:W3CDTF">2025-10-10T09:03:43Z</dcterms:created>
  <dcterms:modified xsi:type="dcterms:W3CDTF">2025-11-25T08:14:34Z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0x0101006FD505EABE8F6D4EBBDE36CB9E197DAA</vt:lpwstr>
  </property>
</Properties>
</file>