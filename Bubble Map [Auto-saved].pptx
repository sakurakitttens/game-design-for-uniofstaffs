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1A37"/>
    <a:srgbClr val="FF1E65"/>
    <a:srgbClr val="FC96A5"/>
    <a:srgbClr val="F828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614" autoAdjust="0"/>
    <p:restoredTop sz="94656"/>
  </p:normalViewPr>
  <p:slideViewPr>
    <p:cSldViewPr snapToGrid="0">
      <p:cViewPr>
        <p:scale>
          <a:sx n="136" d="100"/>
          <a:sy n="136" d="100"/>
        </p:scale>
        <p:origin x="-572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B2B96-16EF-FC15-B6DB-0645EF5E79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FA25BE-B26A-C931-B055-1BF9B35094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890DF-A780-2C80-B659-3D514CFB5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E0C91-242E-49C3-9267-92C580F8BFBE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270BD8-6FA2-4830-8A42-E61454FF8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C8D702-4339-12E5-358D-A56DE1FDC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6074-CBD7-4133-98FB-5C48BBB9D9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810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45D83-FC05-EE15-103C-ED05B0169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A2F98-F6DC-B9E3-87B4-CCADC959F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E8053E-9AED-028C-991E-1B28C2218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E0C91-242E-49C3-9267-92C580F8BFBE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07C5B5-209B-5301-80D9-76932889A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5E0450-C572-5029-C2E4-BFFB23B12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6074-CBD7-4133-98FB-5C48BBB9D9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7607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350D4-2D06-D3C9-A184-619F70273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3D9664-2980-5280-6A86-F4BDBFD044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D81045-16BD-13BA-D059-A8AF26D36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E0C91-242E-49C3-9267-92C580F8BFBE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2A35D-CA13-681E-5800-41CA62405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6243B7-A1C5-3BF0-35F4-8DC530A6C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6074-CBD7-4133-98FB-5C48BBB9D9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9996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F540-6E22-6C54-749F-FCBFCC2DC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B4647-2FD8-AE15-9835-5EF8801DA7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0228F2-C59D-489D-6DE0-69D216E47C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F40A02-0AB2-EBFF-F6BD-324459384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E0C91-242E-49C3-9267-92C580F8BFBE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51EBDB-A1D4-B069-E21E-8769C5BA5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1E0326-9C89-D23C-8568-940A7E1EB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6074-CBD7-4133-98FB-5C48BBB9D9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5063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229C2-AFCF-8EEA-ED69-10D606589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189F05-0936-A399-CBA5-8DB4DFD617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2515BE-6640-DA80-4E28-923A98EFD4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10E6A4-930C-4929-C22D-A6F07C7E2D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B86C21-3DAD-4DD5-5CE0-FC83DE3A1E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CD2E86-5378-08F2-BA8B-71E2B9A71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E0C91-242E-49C3-9267-92C580F8BFBE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1CB3B4-C58B-2741-F51A-6C3F37FA2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E153F7-410C-D80C-8238-CE692860A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6074-CBD7-4133-98FB-5C48BBB9D9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1616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F57F1-DC3D-FCD5-80A5-AE1BD6EB8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24690F-7680-6AFB-6F41-ABF58F8C2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E0C91-242E-49C3-9267-92C580F8BFBE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56DE60-2D8A-B272-D2ED-21C5C88DB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E58663-F77B-2E5F-DA19-56F383E7E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6074-CBD7-4133-98FB-5C48BBB9D9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5712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619DC7-9B3F-748C-7FA7-05ED66924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E0C91-242E-49C3-9267-92C580F8BFBE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B3C842-41F6-6DBA-A7A6-D577CB8E4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4DA69-DFBB-9AA1-8102-FE7D80F6A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6074-CBD7-4133-98FB-5C48BBB9D9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1504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43402-EE63-FBDD-430B-FEABADD56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CA3BF4-43E4-C791-EA26-3E684B7F7E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B2B15C-B562-81B4-26D2-49B3EEFA1F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A0C6C4-E6B0-DE27-2052-9822CEE90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E0C91-242E-49C3-9267-92C580F8BFBE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AAAB7D-4C38-FB19-1495-71745F53D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9F5012-9565-8891-C767-5C25EBD28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6074-CBD7-4133-98FB-5C48BBB9D9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2620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C6C22-5CB2-5E76-4CFA-0FC98FB67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6D0659-51EA-B44B-6638-DFEFC9E9F7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54B83D-008E-1294-2FEC-536D1530FB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CA4D84-7A8C-46FC-7194-22789197B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E0C91-242E-49C3-9267-92C580F8BFBE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AA99A3-5283-225A-4086-2DEE61D10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C19D0C-BCBD-F183-5648-28C101124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6074-CBD7-4133-98FB-5C48BBB9D9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5910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FFFF5-57C4-7597-A8CA-097B2B487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32DACE-3352-7031-B514-055468ECAE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83561B-D999-D9D8-C794-4D0209264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E0C91-242E-49C3-9267-92C580F8BFBE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183E82-89EE-8398-35F5-7E3D84276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95317E-EA4C-9CDC-D8CB-A093EE9AF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6074-CBD7-4133-98FB-5C48BBB9D9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1206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2BCA2A-194A-BFBD-A0E3-312191AA05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08FAA4-162C-6350-8B31-94265E0DB0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B12DA4-597B-F489-9511-DF1F3E543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E0C91-242E-49C3-9267-92C580F8BFBE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FF56A2-8C22-D76F-64E0-09F5E2B24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6543F7-561F-8BB9-CD08-4AC41E445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6074-CBD7-4133-98FB-5C48BBB9D9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0246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06D96B-2514-7C28-1E78-5B7AAA19C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748907-D17E-C58A-B72C-88F4992DF8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7F76CC-86C0-ACE7-B079-70D9E4401F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2E0C91-242E-49C3-9267-92C580F8BFBE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E73246-2D99-0659-DBB8-DB57562012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D9377C-ABC1-D085-6C5E-C2CDF456FF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E36074-CBD7-4133-98FB-5C48BBB9D9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511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B347F072-0782-9D61-B208-6A7F9196822C}"/>
              </a:ext>
            </a:extLst>
          </p:cNvPr>
          <p:cNvSpPr/>
          <p:nvPr/>
        </p:nvSpPr>
        <p:spPr>
          <a:xfrm>
            <a:off x="932449" y="966785"/>
            <a:ext cx="836913" cy="823913"/>
          </a:xfrm>
          <a:prstGeom prst="ellipse">
            <a:avLst/>
          </a:prstGeom>
          <a:solidFill>
            <a:srgbClr val="FF1A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latin typeface="Nintendo Font" panose="00000400000000000000" pitchFamily="2" charset="0"/>
                <a:cs typeface="Nintendo Font" panose="00000400000000000000" pitchFamily="2" charset="0"/>
              </a:rPr>
              <a:t>1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0607D688-1759-80B9-9C37-806999063BB5}"/>
              </a:ext>
            </a:extLst>
          </p:cNvPr>
          <p:cNvSpPr/>
          <p:nvPr/>
        </p:nvSpPr>
        <p:spPr>
          <a:xfrm>
            <a:off x="1948983" y="1386510"/>
            <a:ext cx="374754" cy="224852"/>
          </a:xfrm>
          <a:prstGeom prst="rightArrow">
            <a:avLst/>
          </a:prstGeom>
          <a:solidFill>
            <a:srgbClr val="FF1A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60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283132B-BE6D-FE5B-7558-843A973F3311}"/>
              </a:ext>
            </a:extLst>
          </p:cNvPr>
          <p:cNvSpPr/>
          <p:nvPr/>
        </p:nvSpPr>
        <p:spPr>
          <a:xfrm>
            <a:off x="2503358" y="744567"/>
            <a:ext cx="1304144" cy="1283886"/>
          </a:xfrm>
          <a:prstGeom prst="ellipse">
            <a:avLst/>
          </a:prstGeom>
          <a:solidFill>
            <a:srgbClr val="FF1A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latin typeface="Nintendo Font" panose="00000400000000000000" pitchFamily="2" charset="0"/>
                <a:cs typeface="Nintendo Font" panose="00000400000000000000" pitchFamily="2" charset="0"/>
              </a:rPr>
              <a:t>2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E3F08760-82C6-49CA-AD0E-27FF88C7CE89}"/>
              </a:ext>
            </a:extLst>
          </p:cNvPr>
          <p:cNvSpPr/>
          <p:nvPr/>
        </p:nvSpPr>
        <p:spPr>
          <a:xfrm rot="5400000">
            <a:off x="2968053" y="2308071"/>
            <a:ext cx="374754" cy="224852"/>
          </a:xfrm>
          <a:prstGeom prst="rightArrow">
            <a:avLst/>
          </a:prstGeom>
          <a:solidFill>
            <a:srgbClr val="FF1A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60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8E441DD-A7EF-3CB2-B4EC-45854EB57D1F}"/>
              </a:ext>
            </a:extLst>
          </p:cNvPr>
          <p:cNvSpPr/>
          <p:nvPr/>
        </p:nvSpPr>
        <p:spPr>
          <a:xfrm>
            <a:off x="2668250" y="2796684"/>
            <a:ext cx="944195" cy="929528"/>
          </a:xfrm>
          <a:prstGeom prst="ellipse">
            <a:avLst/>
          </a:prstGeom>
          <a:solidFill>
            <a:srgbClr val="FF1A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latin typeface="Nintendo Font" panose="00000400000000000000" pitchFamily="2" charset="0"/>
                <a:cs typeface="Nintendo Font" panose="00000400000000000000" pitchFamily="2" charset="0"/>
              </a:rPr>
              <a:t>3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FA84853F-ADC4-1485-398B-8DF0BB7336B1}"/>
              </a:ext>
            </a:extLst>
          </p:cNvPr>
          <p:cNvSpPr/>
          <p:nvPr/>
        </p:nvSpPr>
        <p:spPr>
          <a:xfrm>
            <a:off x="3807502" y="3149022"/>
            <a:ext cx="374754" cy="224852"/>
          </a:xfrm>
          <a:prstGeom prst="rightArrow">
            <a:avLst/>
          </a:prstGeom>
          <a:solidFill>
            <a:srgbClr val="FF1A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/>
              <a:t>\</a:t>
            </a:r>
          </a:p>
          <a:p>
            <a:pPr algn="ctr"/>
            <a:endParaRPr lang="en-GB" sz="3600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C70A7DD-94D5-FFD5-34A0-317665F50BC0}"/>
              </a:ext>
            </a:extLst>
          </p:cNvPr>
          <p:cNvSpPr/>
          <p:nvPr/>
        </p:nvSpPr>
        <p:spPr>
          <a:xfrm>
            <a:off x="4369633" y="2607874"/>
            <a:ext cx="1349114" cy="1329649"/>
          </a:xfrm>
          <a:prstGeom prst="ellipse">
            <a:avLst/>
          </a:prstGeom>
          <a:solidFill>
            <a:srgbClr val="FF1A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latin typeface="Nintendo Font" panose="00000400000000000000" pitchFamily="2" charset="0"/>
                <a:cs typeface="Nintendo Font" panose="00000400000000000000" pitchFamily="2" charset="0"/>
              </a:rPr>
              <a:t>4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5735BD3A-6A1F-422B-CE17-20D9090B7BD1}"/>
              </a:ext>
            </a:extLst>
          </p:cNvPr>
          <p:cNvSpPr/>
          <p:nvPr/>
        </p:nvSpPr>
        <p:spPr>
          <a:xfrm rot="5400000">
            <a:off x="2968053" y="4005830"/>
            <a:ext cx="374754" cy="224852"/>
          </a:xfrm>
          <a:prstGeom prst="rightArrow">
            <a:avLst/>
          </a:prstGeom>
          <a:solidFill>
            <a:srgbClr val="FF1A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60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658E690-7B5B-CACA-6FBC-814A8D2D2590}"/>
              </a:ext>
            </a:extLst>
          </p:cNvPr>
          <p:cNvSpPr/>
          <p:nvPr/>
        </p:nvSpPr>
        <p:spPr>
          <a:xfrm>
            <a:off x="2288852" y="4510300"/>
            <a:ext cx="1702990" cy="1676536"/>
          </a:xfrm>
          <a:prstGeom prst="ellipse">
            <a:avLst/>
          </a:prstGeom>
          <a:solidFill>
            <a:srgbClr val="FF1A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latin typeface="Nintendo Font" panose="00000400000000000000" pitchFamily="2" charset="0"/>
                <a:cs typeface="Nintendo Font" panose="00000400000000000000" pitchFamily="2" charset="0"/>
              </a:rPr>
              <a:t>5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ECB064FF-F5D1-22C0-0EEF-293B12353D4C}"/>
              </a:ext>
            </a:extLst>
          </p:cNvPr>
          <p:cNvSpPr/>
          <p:nvPr/>
        </p:nvSpPr>
        <p:spPr>
          <a:xfrm>
            <a:off x="4182256" y="5342859"/>
            <a:ext cx="374754" cy="224852"/>
          </a:xfrm>
          <a:prstGeom prst="rightArrow">
            <a:avLst/>
          </a:prstGeom>
          <a:solidFill>
            <a:srgbClr val="FF1A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60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CF2CD50-BCEA-D8A8-81FF-A9B9820E9201}"/>
              </a:ext>
            </a:extLst>
          </p:cNvPr>
          <p:cNvSpPr/>
          <p:nvPr/>
        </p:nvSpPr>
        <p:spPr>
          <a:xfrm>
            <a:off x="4747424" y="5092364"/>
            <a:ext cx="737295" cy="725842"/>
          </a:xfrm>
          <a:prstGeom prst="ellipse">
            <a:avLst/>
          </a:prstGeom>
          <a:solidFill>
            <a:srgbClr val="FF1A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latin typeface="Nintendo Font" panose="00000400000000000000" pitchFamily="2" charset="0"/>
                <a:cs typeface="Nintendo Font" panose="00000400000000000000" pitchFamily="2" charset="0"/>
              </a:rPr>
              <a:t>6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07A4E96-067F-8112-F472-382A4667A418}"/>
              </a:ext>
            </a:extLst>
          </p:cNvPr>
          <p:cNvSpPr/>
          <p:nvPr/>
        </p:nvSpPr>
        <p:spPr>
          <a:xfrm>
            <a:off x="6640643" y="1674444"/>
            <a:ext cx="4897765" cy="3417920"/>
          </a:xfrm>
          <a:prstGeom prst="roundRect">
            <a:avLst>
              <a:gd name="adj" fmla="val 13243"/>
            </a:avLst>
          </a:prstGeom>
          <a:solidFill>
            <a:srgbClr val="FF1A3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lnSpc>
                <a:spcPct val="150000"/>
              </a:lnSpc>
              <a:buAutoNum type="arabicPeriod"/>
            </a:pPr>
            <a:r>
              <a:rPr lang="en-GB" sz="1400" spc="90" dirty="0">
                <a:solidFill>
                  <a:schemeClr val="bg1"/>
                </a:solidFill>
                <a:latin typeface="UD Digi Kyokasho NP-B" panose="02020700000000000000" pitchFamily="18" charset="-128"/>
                <a:ea typeface="UD Digi Kyokasho NP-B" panose="02020700000000000000" pitchFamily="18" charset="-128"/>
                <a:cs typeface="8BitOperator JVE (Undertale Dia" panose="00000400000000000000" pitchFamily="2" charset="0"/>
              </a:rPr>
              <a:t>Start zone: Sentinel wakes up from a standby pod.</a:t>
            </a:r>
          </a:p>
          <a:p>
            <a:pPr marL="342900" indent="-342900" algn="ctr">
              <a:lnSpc>
                <a:spcPct val="150000"/>
              </a:lnSpc>
              <a:buAutoNum type="arabicPeriod"/>
            </a:pPr>
            <a:r>
              <a:rPr lang="en-GB" sz="1400" spc="90" dirty="0">
                <a:solidFill>
                  <a:schemeClr val="bg1"/>
                </a:solidFill>
                <a:latin typeface="UD Digi Kyokasho NP-B" panose="02020700000000000000" pitchFamily="18" charset="-128"/>
                <a:ea typeface="UD Digi Kyokasho NP-B" panose="02020700000000000000" pitchFamily="18" charset="-128"/>
                <a:cs typeface="8BitOperator JVE (Undertale Dia" panose="00000400000000000000" pitchFamily="2" charset="0"/>
              </a:rPr>
              <a:t>They learn how to activate doors.</a:t>
            </a:r>
          </a:p>
          <a:p>
            <a:pPr marL="342900" indent="-342900" algn="ctr">
              <a:lnSpc>
                <a:spcPct val="150000"/>
              </a:lnSpc>
              <a:buAutoNum type="arabicPeriod"/>
            </a:pPr>
            <a:r>
              <a:rPr lang="en-GB" sz="1400" spc="90" dirty="0">
                <a:solidFill>
                  <a:schemeClr val="bg1"/>
                </a:solidFill>
                <a:latin typeface="UD Digi Kyokasho NP-B" panose="02020700000000000000" pitchFamily="18" charset="-128"/>
                <a:ea typeface="UD Digi Kyokasho NP-B" panose="02020700000000000000" pitchFamily="18" charset="-128"/>
                <a:cs typeface="8BitOperator JVE (Undertale Dia" panose="00000400000000000000" pitchFamily="2" charset="0"/>
              </a:rPr>
              <a:t>They learn how to encounter hazards and dangers.</a:t>
            </a:r>
          </a:p>
          <a:p>
            <a:pPr marL="342900" indent="-342900" algn="ctr">
              <a:lnSpc>
                <a:spcPct val="150000"/>
              </a:lnSpc>
              <a:buAutoNum type="arabicPeriod"/>
            </a:pPr>
            <a:r>
              <a:rPr lang="en-GB" sz="1400" spc="90" dirty="0">
                <a:solidFill>
                  <a:schemeClr val="bg1"/>
                </a:solidFill>
                <a:latin typeface="UD Digi Kyokasho NP-B" panose="02020700000000000000" pitchFamily="18" charset="-128"/>
                <a:ea typeface="UD Digi Kyokasho NP-B" panose="02020700000000000000" pitchFamily="18" charset="-128"/>
                <a:cs typeface="8BitOperator JVE (Undertale Dia" panose="00000400000000000000" pitchFamily="2" charset="0"/>
              </a:rPr>
              <a:t>They run into enemies and pain-makers.</a:t>
            </a:r>
          </a:p>
          <a:p>
            <a:pPr marL="342900" indent="-342900" algn="ctr">
              <a:lnSpc>
                <a:spcPct val="150000"/>
              </a:lnSpc>
              <a:buAutoNum type="arabicPeriod"/>
            </a:pPr>
            <a:r>
              <a:rPr lang="en-GB" sz="1400" spc="90" dirty="0">
                <a:solidFill>
                  <a:schemeClr val="bg1"/>
                </a:solidFill>
                <a:latin typeface="UD Digi Kyokasho NP-B" panose="02020700000000000000" pitchFamily="18" charset="-128"/>
                <a:ea typeface="UD Digi Kyokasho NP-B" panose="02020700000000000000" pitchFamily="18" charset="-128"/>
                <a:cs typeface="8BitOperator JVE (Undertale Dia" panose="00000400000000000000" pitchFamily="2" charset="0"/>
              </a:rPr>
              <a:t>They dispatch the obstacles ahead of them.</a:t>
            </a:r>
          </a:p>
          <a:p>
            <a:pPr marL="342900" indent="-342900" algn="ctr">
              <a:lnSpc>
                <a:spcPct val="150000"/>
              </a:lnSpc>
              <a:buAutoNum type="arabicPeriod"/>
            </a:pPr>
            <a:r>
              <a:rPr lang="en-GB" sz="1400" spc="90" dirty="0">
                <a:solidFill>
                  <a:schemeClr val="bg1"/>
                </a:solidFill>
                <a:latin typeface="UD Digi Kyokasho NP-B" panose="02020700000000000000" pitchFamily="18" charset="-128"/>
                <a:ea typeface="UD Digi Kyokasho NP-B" panose="02020700000000000000" pitchFamily="18" charset="-128"/>
                <a:cs typeface="8BitOperator JVE (Undertale Dia" panose="00000400000000000000" pitchFamily="2" charset="0"/>
              </a:rPr>
              <a:t>Lastly, they reach the end of the room.</a:t>
            </a:r>
          </a:p>
        </p:txBody>
      </p:sp>
    </p:spTree>
    <p:extLst>
      <p:ext uri="{BB962C8B-B14F-4D97-AF65-F5344CB8AC3E}">
        <p14:creationId xmlns:p14="http://schemas.microsoft.com/office/powerpoint/2010/main" val="39634484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FD505EABE8F6D4EBBDE36CB9E197DAA" ma:contentTypeVersion="11" ma:contentTypeDescription="Create a new document." ma:contentTypeScope="" ma:versionID="a8c6f59da8b548e1dd00425849c3b2fd">
  <xsd:schema xmlns:xsd="http://www.w3.org/2001/XMLSchema" xmlns:xs="http://www.w3.org/2001/XMLSchema" xmlns:p="http://schemas.microsoft.com/office/2006/metadata/properties" xmlns:ns3="dbbc7e28-12d4-4985-838f-f0a5564f8c10" targetNamespace="http://schemas.microsoft.com/office/2006/metadata/properties" ma:root="true" ma:fieldsID="4825d5397dcff08ff92e0f09feaac5cb" ns3:_="">
    <xsd:import namespace="dbbc7e28-12d4-4985-838f-f0a5564f8c10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bc7e28-12d4-4985-838f-f0a5564f8c10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1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bbc7e28-12d4-4985-838f-f0a5564f8c10" xsi:nil="true"/>
  </documentManagement>
</p:properties>
</file>

<file path=customXml/itemProps1.xml><?xml version="1.0" encoding="utf-8"?>
<ds:datastoreItem xmlns:ds="http://schemas.openxmlformats.org/officeDocument/2006/customXml" ds:itemID="{B492C6C9-851F-4FFC-841C-6727FDD9FCF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bbc7e28-12d4-4985-838f-f0a5564f8c1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251D712-CFE1-4D53-8BE0-97BA508517B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D2EF716-B22C-41CE-B881-E0A819ABCA6C}">
  <ds:schemaRefs>
    <ds:schemaRef ds:uri="http://purl.org/dc/elements/1.1/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  <ds:schemaRef ds:uri="http://schemas.openxmlformats.org/package/2006/metadata/core-properties"/>
    <ds:schemaRef ds:uri="dbbc7e28-12d4-4985-838f-f0a5564f8c10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837</TotalTime>
  <Words>59</Words>
  <Application>Microsoft Macintosh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Nintendo Font</vt:lpstr>
      <vt:lpstr>UD Digi Kyokasho NP-B</vt:lpstr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Kehinde Akinyemi</dc:creator>
  <cp:lastModifiedBy>Kenny Akinyemi</cp:lastModifiedBy>
  <cp:revision>9</cp:revision>
  <dcterms:created xsi:type="dcterms:W3CDTF">2025-10-10T09:03:43Z</dcterms:created>
  <dcterms:modified xsi:type="dcterms:W3CDTF">2025-11-20T22:43:32Z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0x0101006FD505EABE8F6D4EBBDE36CB9E197DAA</vt:lpwstr>
  </property>
</Properties>
</file>